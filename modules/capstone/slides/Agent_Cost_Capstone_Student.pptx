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da48a65-32c2-9952-9ef3-3fcdb5acb8ac}">
          <p14:sldIdLst>
            <p14:sldId id="256"/>
            <p14:sldId id="257"/>
            <p14:sldId id="258"/>
          </p14:sldIdLst>
        </p14:section>
        <p14:section name="Before you start" id="{481c2fa9-d7bd-fba3-3b16-f85c68af042b}">
          <p14:sldIdLst>
            <p14:sldId id="259"/>
            <p14:sldId id="260"/>
          </p14:sldIdLst>
        </p14:section>
        <p14:section name="01 · The Before Picture" id="{d17cbda2-6f0a-21e8-f886-c44699855b9f}">
          <p14:sldIdLst>
            <p14:sldId id="261"/>
            <p14:sldId id="262"/>
            <p14:sldId id="263"/>
          </p14:sldIdLst>
        </p14:section>
        <p14:section name="02 · The Six Steps" id="{0211dd61-7010-55c6-4e87-8301335479bb}">
          <p14:sldIdLst>
            <p14:sldId id="264"/>
            <p14:sldId id="265"/>
            <p14:sldId id="266"/>
          </p14:sldIdLst>
        </p14:section>
        <p14:section name="03 · Order Matters" id="{169dc5f5-39ae-0c43-8dc7-9f7c68fe7868}">
          <p14:sldIdLst>
            <p14:sldId id="267"/>
            <p14:sldId id="268"/>
            <p14:sldId id="269"/>
          </p14:sldIdLst>
        </p14:section>
        <p14:section name="04 · Proof" id="{c413b0b4-0695-6194-4702-7bcf947cbe28}">
          <p14:sldIdLst>
            <p14:sldId id="270"/>
            <p14:sldId id="271"/>
            <p14:sldId id="272"/>
          </p14:sldIdLst>
        </p14:section>
        <p14:section name="05 · The Bill" id="{dcd8ca3f-5753-30c8-b2eb-6ecd425a4201}">
          <p14:sldIdLst>
            <p14:sldId id="273"/>
            <p14:sldId id="274"/>
            <p14:sldId id="275"/>
          </p14:sldIdLst>
        </p14:section>
        <p14:section name="06 · Build It" id="{01f2dbba-9e46-2ee5-4fbf-bd9089860c9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Wrap-up" id="{cdb2c80a-db47-e37a-2916-5b129ba1dc1e}">
          <p14:sldIdLst>
            <p14:sldId id="285"/>
            <p14:sldId id="286"/>
            <p14:sldId id="287"/>
          </p14:sldIdLst>
        </p14:section>
        <p14:section name="Appendix" id="{71d84df0-4f3d-7d32-7c32-ac9df936b590}">
          <p14:sldIdLst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8ZIiXg4XOY0" TargetMode="External"/><Relationship Id="rId2" Type="http://schemas.openxmlformats.org/officeDocument/2006/relationships/hyperlink" Target="https://youtu.be/3e2-GRBibW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THE CAPSTONE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Leave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Overnight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uninstrumented agent. One looping input. Six steps, and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proven by running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· 6 sections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capstone/ in the course repo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SESSION GIVES YOU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six ideas. One agent that stops.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0200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859" y="1684691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8368" y="2121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you can run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free, deterministic; the model is simulated so nothing costs money.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7288" y="1600200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779" y="1684691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47288" y="2121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proves it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verify.py: six steps, six proofs, each one turning a mechanism off.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36208" y="1600200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699" y="1684691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36208" y="2121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to show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6236208" y="24505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runaway would have cost; what it costs now.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4290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3429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proof works by turning the mechanism off first. That is also how you argue for this work to whoever approves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sections; one agent at the 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99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Before Picture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99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Steps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99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554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916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971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Turning It Off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24612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2916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971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That Never Arrived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03504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2916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971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what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once, and every command in this session will run. Pick your 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 ·  TERMINAL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15798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Homebrew first: brew.sh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python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docker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visual-studio-code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--version &amp;&amp; python3 --version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POWERSHELL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1993392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93208" y="215798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winget ships with Windows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Python.Python.3.12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Git.Git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Docker.DockerDesktop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Microsoft.VisualStudioCode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THE REPO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40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8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88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https://github.com/Here2ServeU/agent-cost-control &amp;&amp; cd agent-cost-control/capstone</a:t>
            </a:r>
            <a:endParaRPr lang="en-US" sz="10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these before you install anything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videos take you from a blank machine to Git, Python and VS Code installed. Pick the one for your computer.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a Mac</a:t>
            </a:r>
            <a:endParaRPr lang="en-US" sz="140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6858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https://youtu.be/8ZIiXg4XOY0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Windows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48920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https://youtu.be/3e2-GRBibWc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AND YOU ARE RUNNING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dependency is prometheus_client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886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verify.py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check; six proofs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343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343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pushgateway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Before Picture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BEFORE PICTURE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it can stop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 you start with. It is honest about nothing.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087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6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66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20 python3 naive_agent.py --input samples/malformed.json</a:t>
            </a:r>
            <a:endParaRPr lang="en-US" sz="1566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scrolling past. Then more steps. It ends because you killed it, not because it finished.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NOT SEE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telling you what those steps cost. Not one. That is the whole problem.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until somebody notices. On a Tuesday night, that means until the morning.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BEFORE PICTURE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inputs, three ways to lose money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898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good.json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4630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in five steps. This is the control; you need 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441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malformed.json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514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validate, parse, validate. The input that started the course.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93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drifting.json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5661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repeats, never finishes. The expensive one, because nothing looks wrong.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and bouncing are loud. Drifting is the one that empties an account quietly, because every step looks like progress.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Steps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SIX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one buys exactly one 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89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it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389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bounded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389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1444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loop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steps, not 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218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is cheap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2651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4728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3904488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218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447288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number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2651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620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rate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236208" y="3218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you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useless alone and boring together.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is the goal; an agent nobody has to watch is the deliverable.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SIX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 each, and none of them are long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agent/metrics.py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234440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23444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cost, and who pays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23444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0136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agent/budget.py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180136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801368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per day, behaviour chosen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8013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~70 lines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36829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agent/loops.py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368296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368296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stuck, bouncing, drifting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3682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lines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35224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9352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agent/checkpoint.py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2935224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2935224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after every completed step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935224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 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502152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50215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3502152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3502152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arithmetic, with its definition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50215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lines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82296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06908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prometheus/rules/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017520" y="4069080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4069080"/>
            <a:ext cx="3566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window and slow window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4069080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lines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safety layer is under four hundred lines. It is not hard; it is just never the thing anybody does first.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ORDER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Record, checkpoint, loop, cap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step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can go wrong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3716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2491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checkpoint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that just finished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3716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 loop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stop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37160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3115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cap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stop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RECORD FIRST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cost of the step that killed you. A step recorded after the check is money you spent and cannot see.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29718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LOOP BEFORE CAP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costs the whole budget to use. Detection costs three or four steps. Fire the cheap one first, every time.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agent/runner.py top to bottom. Every mechanism in this course appears exactly once.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ORDER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check, before the step runs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after the fact is honest but late. A cheap estimate before the step stops you overshooting the cap on the last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85623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budget.would_exceed(0.01):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stop("pre-flight: next step would cross the per-run cap")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cross the cap by whatever the last step happened to cost. On an expensive model, that overshoot is the whole point of having a cap.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stops just under the line, every time, and the reason says so in words a person can read.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that stops at $0.0446 against a $0.05 cap did not get lucky; it declined to start a step it could not afford to finish.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by Turning It 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PROOF BY TURNING IT OFF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comment is not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mechanism in this repo can be disabled by a flag. That is not a convenience; it is how each one is proved.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--no-caps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737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7373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runaway and watch the projection climb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146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--no-loop-detect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5146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146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input, stopped by the cap instead, at twice the cost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91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--no-checkpoint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291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2918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it and measure what you just threw away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1148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 how you get it approved.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me" gets no budget. "Here is the same run with the cap off" does.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PROOF BY TURNING IT OFF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claims, six proofs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Instrumented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assert the counters moved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$0.0671 / 6 steps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7190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Capped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 off, $0.05 cap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719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at $0.0446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Loop caught first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on vs off, same input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2494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steps vs 14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7797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Checkpointed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2779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partway, resume, compare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7797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$0.0291 not re-paid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310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Cost per success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3310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runs; six good, four looping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310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129% above per-request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Alerted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with caps off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$9,145/mo vs $300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verify.py; and it exits non-zero if any of the six stops being true.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Bill That Never Arrived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BILL THAT NEVER ARRIVED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nobody will thank you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have cost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$1,400+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34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same input, nothing in the way. Found in the morning, by somebody else.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costs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34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Stopped by loop detection, with a reason written down. Found in three seconds.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ever thank you for this number, because it never appears on an invoice.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exactly why you have to show it to them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BILL THAT NEVER ARRIVED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sentences, for three different rooms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69264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80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MANAGER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36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agent that ran away in March now stops itself in six steps. Here is the run with the protection off, and here it is with it on."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8229600" cy="969264"/>
          </a:xfrm>
          <a:prstGeom prst="roundRect">
            <a:avLst>
              <a:gd name="adj" fmla="val 754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68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FINANCE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243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"Thirty-one cents per resolved ticket, and we can tell you what share of spend goes to work that fails. It is currently nine percent."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8229600" cy="969264"/>
          </a:xfrm>
          <a:prstGeom prst="roundRect">
            <a:avLst>
              <a:gd name="adj" fmla="val 754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56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ENGINEER WHO HAS TO KEEP IT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124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"Four hundred lines, one check that fails in CI if any of it breaks, and every mechanism has a flag so you can measure what it buys."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work, three times, in the unit each room already counts in.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the Whole Thing, in Order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commands, then the check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fail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naive_agent.py, twenty seconds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435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stop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run_agent.py, same input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435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cap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 off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2670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checkpoint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it, resume 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2670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true number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2670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alert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off, then straight back 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python3 verify.py.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PASS lines, and the agent is safe to leave running overnight; not because I said so, but because the thing that would have hurt you was tried and stopped.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1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fail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seconds with the problem. No cost, no ceiling, no exit.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6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66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20 python3 naive_agent.py --input samples/malformed.json</a:t>
            </a:r>
            <a:endParaRPr lang="en-US" sz="1566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scroll past and stop only because you killed it. Not one number on that screen tells you what it cost.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2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stop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input. Same model. Everything switched 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samples/malformed.json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816352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d8d915fa   STOPPED: loop detected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why          bouncing: 'validate:amount' &lt;-&gt; 'parse:amount' for 3 cycles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       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        $0.0671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a person can read, attached to a number a person can act on.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3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cap, with the detector off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loop detection off so the cap is the only thing left that can stop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1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6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samples/malformed.json --no-loop-detect --per-run-usd 0.05</a:t>
            </a:r>
            <a:endParaRPr lang="en-US" sz="1161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steps and $0.1455, against 6 steps and $0.0671 with the detector on.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works. It just costs you the whole budget to find out.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4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checkpoint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good run partway. Then resume it and watch what it does not pay for twice.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9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samples/good.json --step-ceiling 3</a:t>
            </a:r>
            <a:endParaRPr lang="en-US" sz="159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samples/good.json --resume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re-paid  $0.0291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; the finished work the checkpoint kept. Without it, every stop you build costs you a restart.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5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true number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batch, good and bad mixed, then ask for the arithmetic.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report.py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816352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succeeded                7      &lt;- the denominator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did not                 10      &lt;- still counts on top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per request        $0.2485   (pays by the mile)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 per SUCCESSFUL     $0.6035   (pays for arrival)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failed-run tax          $3.7971  (90% of spend)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STEP 6 OF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alert, then turn the caps back 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stack up, then run the runaway deliberately, with the ceiling 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630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688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8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188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samples/malformed.json --no-caps --no-loop-detect --push</a:t>
            </a:r>
            <a:endParaRPr lang="en-US" sz="1188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6908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88720" y="379476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dangerous command in the course.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step ceiling, run it once, and turn the caps back on before you walk away.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THE CHECK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PASS lines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4300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verify.py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35915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Instrumented: cost, tokens, labels            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Capped: per run and per day, deliberately     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Loop caught before the cap is reached         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Checkpointed: a kill wastes nothing           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Cost per successful task, failures on top      PASS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6. Alerted on burn rate, proven by triggering it  PASS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CI. Safety layers rot quietly, and a check that fails is the only thing that keeps this true in six months.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COURSE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sessions, one agent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could spend four figures overnight while every dashboard stayed green.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and a shrug.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stops itself in six steps, at a cost you chose, with a reason written down; and a check that proves it still does.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54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four hundred lines, and an afternoon. Not a platform, not a quarter, not a vendor.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runaway that started this course now stops on its own, in seconds, at a cost you chose in advance.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WORTH KEEPING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six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decision moved earlier.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331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a task is worth before it runs, instead of after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limit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880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long is too long while you are calm, rather than during an incident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of success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429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you mean before you report a number, rather than in a meeting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9776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that stopping should be cheap, before you need to stop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hard in advance. All of them are hard at three in the morning.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COURSE COMPLETE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early. Write it down.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 machine enforce it.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and run verify.py against your own agent. Then show somebody the two numbers.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building this with 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  ·  github.com/Here2ServeU/agent-cost-control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89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before picture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21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seconds with naive_agent.py. Watch it not stop.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389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order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21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record call after the cap check. Then try to say what the last step cost.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389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one mechanism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21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one. Run it. Write down what the number became.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389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fourth loop shape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21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your own agent does. Add it to loops.py and to verify.py.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990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cap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21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per_run_usd. Find what stops succeeding, and decide whether you care.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2990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verify.py in CI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21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fail on purpose once, so you know the failure is visible.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26864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2990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real model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21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SimulatedModel. Nothing else should need to change.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11696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2990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two numbers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7216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 extrapolation, and today's. Keep them where you can find them.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with all six mechanisms on it, and a check that proves each one.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a step's cost before running it, so you do not overshoot the cap on the last 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bomb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label with a new value every run. It kills Prometheus long before it kills your agent.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057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appended line per run. Prometheus says what is happening; the ledger says what happened.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657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temp file, then rename. A half-written checkpoint is worse than none.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turning it off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657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with a mechanism disabled to measure what it was buying you.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26864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failed-run tax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657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spend that went to runs which did not succeed.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11696" y="28803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246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that never arrived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6576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uncapped extrapolation and today's number.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typed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The Capstone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naive_agent.py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188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before picture. No cost, no ceiling, no exit.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45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X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645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agent. Same model, six mechanisms 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03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--no-loop-detect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103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step 3 off, so the cap is the only thing that can stop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60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--no-caps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2560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step 2 off. The one dangerous flag; use it once, with the ceiling 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017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30175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from the last checkpoint instead of paying again.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74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report.py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4747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task, with its definition printed above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31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verify.py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9319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check. Six proofs; exits non-zero if any breaks.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389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4389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on 9090, Grafana on 3000, pushgateway on 9091.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Capstone: Safe to Leave Running Overnight</dc:title>
  <dc:subject>PptxGenJS Presentation</dc:subject>
  <dc:creator>Emmanuel Naweji</dc:creator>
  <cp:lastModifiedBy>Emmanuel Naweji</cp:lastModifiedBy>
  <cp:revision>1</cp:revision>
  <dcterms:created xsi:type="dcterms:W3CDTF">2026-09-23T20:39:42Z</dcterms:created>
  <dcterms:modified xsi:type="dcterms:W3CDTF">2026-09-23T20:39:42Z</dcterms:modified>
</cp:coreProperties>
</file>