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8612198-af8c-e125-02a4-4d679d7a38b9}">
          <p14:sldIdLst>
            <p14:sldId id="256"/>
            <p14:sldId id="257"/>
            <p14:sldId id="258"/>
          </p14:sldIdLst>
        </p14:section>
        <p14:section name="Before you start" id="{a9f184fa-90ee-a566-739e-5135994046d5}">
          <p14:sldIdLst>
            <p14:sldId id="259"/>
            <p14:sldId id="260"/>
          </p14:sldIdLst>
        </p14:section>
        <p14:section name="01 · Paying Twice" id="{680ba452-817e-bae0-afda-7dcd0862d83c}">
          <p14:sldIdLst>
            <p14:sldId id="261"/>
            <p14:sldId id="262"/>
            <p14:sldId id="263"/>
          </p14:sldIdLst>
        </p14:section>
        <p14:section name="02 · Loop Shapes" id="{7a112e12-efe5-b600-e6db-a3fd8ade1845}">
          <p14:sldIdLst>
            <p14:sldId id="264"/>
            <p14:sldId id="265"/>
            <p14:sldId id="266"/>
          </p14:sldIdLst>
        </p14:section>
        <p14:section name="03 · How Many Steps" id="{3672bfcd-d04c-f0b9-2ade-432455f44e53}">
          <p14:sldIdLst>
            <p14:sldId id="267"/>
            <p14:sldId id="268"/>
            <p14:sldId id="269"/>
          </p14:sldIdLst>
        </p14:section>
        <p14:section name="04 · Save Points" id="{7e3182e4-c4dd-a7d8-0906-ac6b782ed385}">
          <p14:sldIdLst>
            <p14:sldId id="270"/>
            <p14:sldId id="271"/>
            <p14:sldId id="272"/>
          </p14:sldIdLst>
        </p14:section>
        <p14:section name="05 · The Tax" id="{28503974-8a5a-30dd-7d1a-a86b52b85c6b}">
          <p14:sldIdLst>
            <p14:sldId id="273"/>
            <p14:sldId id="274"/>
            <p14:sldId id="275"/>
          </p14:sldIdLst>
        </p14:section>
        <p14:section name="06 · Build It" id="{7ec7f3bf-c95e-e2ba-688f-6fc6cac7a8ea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Wrap-up" id="{64539e80-4b1b-f352-bbd5-f8f3f5704944}">
          <p14:sldIdLst>
            <p14:sldId id="283"/>
            <p14:sldId id="284"/>
            <p14:sldId id="285"/>
          </p14:sldIdLst>
        </p14:section>
        <p14:section name="Appendix" id="{a44c7576-82cb-2c53-7072-94c4bb1867e8}">
          <p14:sldIdLst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8ZIiXg4XOY0" TargetMode="External"/><Relationship Id="rId2" Type="http://schemas.openxmlformats.org/officeDocument/2006/relationships/hyperlink" Target="https://youtu.be/3e2-GRBibWc" TargetMode="External"/><Relationship Id="rId3" Type="http://schemas.openxmlformats.org/officeDocument/2006/relationships/hyperlink" Target="https://python.org/downloads" TargetMode="External"/><Relationship Id="rId4" Type="http://schemas.openxmlformats.org/officeDocument/2006/relationships/hyperlink" Target="https://docs.python.org/3/library/venv.html" TargetMode="External"/><Relationship Id="rId5" Type="http://schemas.openxmlformats.org/officeDocument/2006/relationships/hyperlink" Target="https://docs.python.org/3/tutorial/inputoutput.html" TargetMode="External"/><Relationship Id="rId6" Type="http://schemas.openxmlformats.org/officeDocument/2006/relationships/hyperlink" Target="https://redis.io/docs/latest/get-started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COST PROBLEM  ·  MODULE 4 OF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Loops, Retries, and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Failure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saving in this whole course is not a cheaper model.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paying twice for work you already did.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Naweji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 · 6 sections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REPO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github.com/Here2ServeU/agent-cost-control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MODULE GIVES YOU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 stopped the bleeding.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did not save the work.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779776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ceiling from your data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limit chosen from your own successful runs, not from a feeling.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77977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points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work written down, so a restart does not begin at zero.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6364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77977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for the waste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of your spending that bought nothing at all.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AT A GLANCE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sections; one habit: stop buying it twice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6642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Twice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16642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Shapes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16642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218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721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Points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218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721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218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3721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what you need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once, and every command in this module will run. Pick your side.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 ·  TERMINAL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94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Homebrew first: brew.sh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python 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--cask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visual-studio-code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python3 --version &amp;&amp; git --version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 ·  POWERSHELL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20574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194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winget ships with Windows 11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Python.Python.3.12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Git.Git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Microsoft.VisualStudioCode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 --version; git --version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MODULE 4 ADDS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module 2 records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counts and the costs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41148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for checkpoints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Redis, if you already run 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41148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script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calculate your tax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these before you install anything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videos take you from a blank machine to Git, Python and VS Code installed. Pick the one for your computer.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37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Python and VS Code on a Mac</a:t>
            </a:r>
            <a:endParaRPr lang="en-US" sz="1400" dirty="0"/>
          </a:p>
        </p:txBody>
      </p:sp>
      <p:sp>
        <p:nvSpPr>
          <p:cNvPr id="11" name="Text 9">
            <a:hlinkClick r:id="rId1" tooltip=""/>
          </p:cNvPr>
          <p:cNvSpPr txBox="1"/>
          <p:nvPr/>
        </p:nvSpPr>
        <p:spPr>
          <a:xfrm>
            <a:off x="68580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https://youtu.be/8ZIiXg4XOY0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737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737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Python and VS Code on Windows</a:t>
            </a:r>
            <a:endParaRPr lang="en-US" sz="1400" dirty="0"/>
          </a:p>
        </p:txBody>
      </p:sp>
      <p:sp>
        <p:nvSpPr>
          <p:cNvPr id="16" name="Text 14">
            <a:hlinkClick r:id="rId2" tooltip=""/>
          </p:cNvPr>
          <p:cNvSpPr txBox="1"/>
          <p:nvPr/>
        </p:nvSpPr>
        <p:spPr>
          <a:xfrm>
            <a:off x="489204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https://youtu.be/3e2-GRBibWc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PAGES, IF YOU PREFER TO READ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721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downloads, Mac and Windows</a:t>
            </a:r>
            <a:endParaRPr lang="en-US" sz="900" dirty="0"/>
          </a:p>
        </p:txBody>
      </p:sp>
      <p:sp>
        <p:nvSpPr>
          <p:cNvPr id="21" name="Text 19">
            <a:hlinkClick r:id="rId3" tooltip=""/>
          </p:cNvPr>
          <p:cNvSpPr txBox="1"/>
          <p:nvPr/>
        </p:nvSpPr>
        <p:spPr>
          <a:xfrm>
            <a:off x="2697480" y="34290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python.org/downloads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34290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3721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venv how-to</a:t>
            </a:r>
            <a:endParaRPr lang="en-US" sz="900" dirty="0"/>
          </a:p>
        </p:txBody>
      </p:sp>
      <p:sp>
        <p:nvSpPr>
          <p:cNvPr id="25" name="Text 23">
            <a:hlinkClick r:id="rId4" tooltip=""/>
          </p:cNvPr>
          <p:cNvSpPr txBox="1"/>
          <p:nvPr/>
        </p:nvSpPr>
        <p:spPr>
          <a:xfrm>
            <a:off x="6903720" y="34290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docs.python.org/3/library/venv.html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0873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4142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files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4379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file how-to</a:t>
            </a:r>
            <a:endParaRPr lang="en-US" sz="900" dirty="0"/>
          </a:p>
        </p:txBody>
      </p:sp>
      <p:sp>
        <p:nvSpPr>
          <p:cNvPr id="29" name="Text 27">
            <a:hlinkClick r:id="rId5" tooltip=""/>
          </p:cNvPr>
          <p:cNvSpPr txBox="1"/>
          <p:nvPr/>
        </p:nvSpPr>
        <p:spPr>
          <a:xfrm>
            <a:off x="2697480" y="40873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docs.python.org/3/tutorial/inputoutput.html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40873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64608" y="4142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Redis, if you use it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864608" y="4379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quick start</a:t>
            </a:r>
            <a:endParaRPr lang="en-US" sz="900" dirty="0"/>
          </a:p>
        </p:txBody>
      </p:sp>
      <p:sp>
        <p:nvSpPr>
          <p:cNvPr id="33" name="Text 31">
            <a:hlinkClick r:id="rId6" tooltip=""/>
          </p:cNvPr>
          <p:cNvSpPr txBox="1"/>
          <p:nvPr/>
        </p:nvSpPr>
        <p:spPr>
          <a:xfrm>
            <a:off x="6903720" y="40873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redis.io/docs/latest/get-started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Paying Twice for the Same Work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PAYING TWICE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steps to get twelve steps of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one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234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steps 1 to 9, fails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234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for 9, got nothing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011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two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011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step 1 again, fails at 9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011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for 9 again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three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2788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12, succeeds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2788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for 12, succeeded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paid for 30 steps to get 12 steps of work.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 steps produced nothing. The agent did nothing wrong; it retried, which is exactly what you asked.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PAYING TWICE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thing, with a save point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SAVE POINTS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steps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attempts, each starting from zero.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SAVE POINTS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steps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two skips the nine already done and runs 10, 11, 12.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29184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outcome. Same answer. Same quality.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rare kind of saving that costs you nothing at all, which is why I would do it before touching model choice or prompt size.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Shapes a Loop Can Take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LOOP SHAPES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first one is obvious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55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thing, over and over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0312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945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search("invoice")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search("invoice")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search("invoice")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383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calls; easy to spot.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7288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BOUNCING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1755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flipping between two things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47288" y="210312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21945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read_file("a.csv")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parse_file("a.csv")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read_file("a.csv")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3383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progress; a two-step circle.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36208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DRIFTING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236208" y="1755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something slightly new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6208" y="210312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21945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search("invoice 1")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search("invoice 2")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search("invoice 3")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236208" y="3383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repetition at all; the hardest.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LOOP SHAPES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catch each 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2801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last few calls; if this one matches, stop.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148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148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more of them; if you have seen this pair before, stop.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spot the pattern, so a step limit catches it instead.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you need a step limit even after you build loop detection.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catches the patterns you can describe; a ceiling catches everything else.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Steps Is Too Many?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MANY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guess; you already have the data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two you started recording every run. Go and look at your successful runs and ask one question: how many steps did they actually use?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2880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8288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your successful runs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288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2. Count the steps each one used.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54203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54203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number that covers almost all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54203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95 out of every 100.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5526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5526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little headroom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5526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from the past; next month may be harder.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6849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6849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96849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what it would have blocked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96849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if that number is not zero, say so out loud.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limit and a cost cap are not the same thing, and you want both.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MANY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number you pick,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real tasks will hit it.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ceiling covers ninety-five percent of successful runs, then five percent of the work that would have succeeded is now going to be stopped.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that number down. Say it out loud to whoever owns the work.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 is having no ceiling at all, and we already know what that costs; that was module one.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Checkpoint Is a Save Point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SAVE POINTS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save points, every death costs everything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die, and you start again from the last save point; not from the very beginning of the game. Agents work exactly the same way, and by default they have no save points at all.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CHECKPOINTS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603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steps finish. All of it is held in memory, inside the running program. The run stops, memory clears, and all nine steps are gone.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63440" y="21031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CHECKPOINTS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5603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finished step is written down outside the program. The run stops, something restarts it, and it picks up at step ten.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on disk, a row in a small table, or Redis. This does not need special software.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SAVE POINTS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write down, and what is safe to resume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number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found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the steps that finished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ID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2, so you find the right save point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SAFE TO RESUME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017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that only read: a search, a lookup, a calculation.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THOUGHT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that send, write, charge or delete. Resume from step five and you may send that email twice.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checkpoint costs a little time on every step. For twelve steps that is nothing; for thousands, checkpoint every tenth.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Failed-Run Tax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TAX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 of your spending that bought nothing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020056" cy="822960"/>
          </a:xfrm>
          <a:prstGeom prst="roundRect">
            <a:avLst>
              <a:gd name="adj" fmla="val 5556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77256" y="1280160"/>
            <a:ext cx="3209544" cy="822960"/>
          </a:xfrm>
          <a:prstGeom prst="roundRect">
            <a:avLst>
              <a:gd name="adj" fmla="val 5556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80160"/>
            <a:ext cx="5020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 work that succeeded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77256" y="128016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 burned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month, from a real agent, before any of this was fixed. Total spend, minus spend on runs that succeeded.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1821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work, paid for more than once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26974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47288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31821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that was never going to finish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26974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36208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runs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36208" y="31821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partway, with nothing saved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to forty percent is common for an agent nobody has tuned. Measure your own number before you optimise anything.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TAX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fix this before switching models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CHEAPER MODEL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37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your answers usually get worse, followed by weeks of arguing about whether that is acceptable.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FAILED-RUN TAX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737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39%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answers do not get worse at all. Not even slightly. You are simply not buying the same thing twice.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22192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25880" y="347472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the result label from module two.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we set to unknown and promised to come back to. Until it is set properly you cannot compute this; that is module five's job.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It: Stop Paying Twice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stages; run after every 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99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limit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9751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 in the envelope, checked before each call.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399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detection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19751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few tool calls, checked for a repeat.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399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19751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after each step; skip ahead on restart.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saving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4381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failing task with checkpoints off, then 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7432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47288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447288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your tax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447288" y="34381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script over your recorded runs.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7432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27432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still goes in the envelope from module two.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1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step limit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count of steps in the run and check it before each model call. At the ceiling, stop the same controlled way your budget cap does: a clear result, not a crash. Read the ceiling from an environment variable so you can change it without editing code.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10312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MAX_STEPS=3 python3 run_agent.py --input samples/normal.json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0040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is deliberately too low, so a normal task trips it.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must say which limit it hit: a step limit is not a budget cap, and you will need to tell them apart in a log.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2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detection, the simple kind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short list of the last few tool calls the agent made, the name and the arguments together as one string. Before making a new call, check whether it is already in that list. If it is, stop.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96596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samples/loop.json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detector should catch it well before the step ceiling fires.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which one caught it: that tells you the detector is doing real work rather than the ceiling covering for it.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3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Checkpoints; stop it, then resume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step completes, write a small record to a file: the run ID, the step number, and the result. At the start of a run, look for an existing checkpoint for that run ID, and if you find one, skip ahead.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87452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6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456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samples/normal.json --run-id test-resume</a:t>
            </a:r>
            <a:endParaRPr lang="en-US" sz="1456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run partway, then stop it with Control-C. Open the checkpoint file and confirm the finished steps are in it. Then run exactly the same command again: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3832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6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456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samples/normal.json --run-id test-resume</a:t>
            </a:r>
            <a:endParaRPr lang="en-US" sz="1456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run ID, second time. It should skip what it already did and pick up where it left off; count the model calls, and the difference is money you did not spend twice.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4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saving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failing task twice: once with checkpoints turned off, once with them on. Compare total cost.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64592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2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42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CHECKPOINTS=off python3 run_agent.py --input samples/flaky.json --retries 3</a:t>
            </a:r>
            <a:endParaRPr lang="en-US" sz="1342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5176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6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CHECKPOINTS=on python3 run_agent.py --input samples/flaky.json --retries 3</a:t>
            </a:r>
            <a:endParaRPr lang="en-US" sz="136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7033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numbers. Same task, same retries, same answer.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both down; that pair is the clearest thing you can show anyone to explain what this module was for.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5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your tax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small script that reads your recorded runs, sums total spend, sums spend on successful runs, and prints the difference as a percentage.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92024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failed_run_tax.py --since 30d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17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percentage is your number. Keep it.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six you will put it on a dashboard, and it becomes the thing you watch to know whether any of this is still working.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module with the biggest saving in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5448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6" y="1645006"/>
            <a:ext cx="230429" cy="23042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527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ceiling from your data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after a number of steps you chose from your own successful runs.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55448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566" y="1645006"/>
            <a:ext cx="230429" cy="23042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1527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notices repetition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loop detector stops it early, before the ceiling has to.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7889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301752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6" y="3108046"/>
            <a:ext cx="230429" cy="23042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80160" y="29900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work is written down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28016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restart does not begin at zero any more.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663440" y="27889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92040" y="301752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566" y="3108046"/>
            <a:ext cx="230429" cy="23042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86400" y="29900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waste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percentage for the money that bought nothing.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it made a single answer worse.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MISSING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that depends 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is still an estimate.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been calculating the failed-run tax using whatever you have for a result. But in module two we set that label to unknown and promised to come back to it.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46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success? A run that finished without crashing? One that produced an answer? One that produced a correct answer? Three different questions, three different numbers.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MODULE 5 OF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success?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task, and the genuinely difficult part: defining what successful means.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Ceiling  ·  Detection  ·  Save points  ·  The tax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Naweji  ·  github.com/Here2ServeU/agent-cost-control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Exercises: do these before Module 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step distribution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steps each successful run used. Find the number covering 95 of every 100.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06624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ceiling, name the cost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write down how many real tasks it would have blocked last month, and say it out loud.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91456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791456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step limit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plus check. The stop message must distinguish a step limit from a budget cap.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1696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76288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 simple loop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last few calls as strings. Confirm your detector catches the loop before the ceiling does.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what is safe to resume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step. Reading is safe; sending, writing, charging, deleting are not.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42032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06624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2706624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checkpoints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706624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ID, step number, results. Stop partway, restart with the same run ID, confirm it skips ahead.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26864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91456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4791456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saving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791456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flaky task with checkpoints off and on. Keep both costs.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11696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76288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6876288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your failed-run tax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876288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minus spend on successful runs, as a percentage. Write it down.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EVERY WORD WE USED,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Glossary: the waste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09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twice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48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retry starts from the beginning, not where it stopped. Three attempts at a 12-step task can cost 30 steps.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09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48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keeps going without getting closer to finishing; money spent on work that was never going to succeed.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09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loop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48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call, over and over, identically. The easy one: catch it by remembering the last few calls.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Bouncing loop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947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Flipping between two things forever. Looks like progress because no single call repeats.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Drifting loop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7947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something slightly new, never finishing. No pattern to detect; only a step limit catches 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limit (ceiling)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7947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this many steps, regardless. Pick it from your own data, and state what it would block.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EVERY WORD WE USED,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Glossary: the fixes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09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need both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48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catches patterns you can describe. A ceiling catches everything else, including shapes you have not met.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09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(save point)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48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work written down outside the program, so a restart does not begin at zero.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09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checkpoint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48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 you reached, what you found, and the run ID. A file or a small table is enough.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resume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947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that only read can run twice safely. Steps that send, write, charge or delete cannot.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failed-run tax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7947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of spending that bought nothing: total spend minus spend on successful runs. Often 30 to 40 percent.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06040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this before models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7947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cheaper model saves money and makes answers worse. Fixing the tax saves as much and makes them no worse.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C: THE COMMANDS,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samples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MAX_STEPS=3 python3 run_agent.py …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325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step ceiling for one command only, then run the agent.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476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--input samples/loop.json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9476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input that makes the agent repeat the same call, to test your detector.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5694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--input samples/flaky.json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5694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that fails partway, so retries and checkpoints have something to work with.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912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--retries 3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1912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on the course script: try the task up to three times before giving up.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130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8130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--run-id test-resume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38130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run a fixed name, so the second run finds the first run's checkpoint.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C: THE COMMANDS,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your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Control-C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325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running command by hand. Here it is how you interrupt a run partway through.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476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CHECKPOINTS=off   /   CHECKPOINTS=on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9476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task, twice, with save points disabled and enabled, so you can compare the cost.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5694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failed_run_tax.py --since 30d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5694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small script: read the last 30 days of runs and print the wasted percentage.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912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checkpoints.json   /   Get-Content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1912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checkpoint file to confirm the finished steps really were written down.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130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8130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-c 'usage'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38130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1: count model calls, so you can compare the first run with the resumed one.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Loops, Retries, and the Cost of Failure</dc:title>
  <dc:subject>PptxGenJS Presentation</dc:subject>
  <dc:creator>Emmanuel Naweji</dc:creator>
  <cp:lastModifiedBy>Emmanuel Naweji</cp:lastModifiedBy>
  <cp:revision>1</cp:revision>
  <dcterms:created xsi:type="dcterms:W3CDTF">2026-09-23T17:31:26Z</dcterms:created>
  <dcterms:modified xsi:type="dcterms:W3CDTF">2026-09-23T17:31:26Z</dcterms:modified>
</cp:coreProperties>
</file>