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4a3529a-d833-d613-4620-81127e6ca786}">
          <p14:sldIdLst>
            <p14:sldId id="256"/>
            <p14:sldId id="257"/>
            <p14:sldId id="258"/>
          </p14:sldIdLst>
        </p14:section>
        <p14:section name="Before you start" id="{a78b2a24-b41b-2632-46bb-ddbe5bca0281}">
          <p14:sldIdLst>
            <p14:sldId id="259"/>
            <p14:sldId id="260"/>
          </p14:sldIdLst>
        </p14:section>
        <p14:section name="01 · The Taxi" id="{4a4ff543-fb0c-1521-4e37-79580e77d3d4}">
          <p14:sldIdLst>
            <p14:sldId id="261"/>
            <p14:sldId id="262"/>
          </p14:sldIdLst>
        </p14:section>
        <p14:section name="02 · What Is Success" id="{f2a44f90-968b-3e47-c515-a796829cc8e8}">
          <p14:sldIdLst>
            <p14:sldId id="263"/>
            <p14:sldId id="264"/>
            <p14:sldId id="265"/>
          </p14:sldIdLst>
        </p14:section>
        <p14:section name="03 · The Arithmetic" id="{08fb45cb-f068-894c-898c-2fda4c6e1cd6}">
          <p14:sldIdLst>
            <p14:sldId id="266"/>
            <p14:sldId id="267"/>
          </p14:sldIdLst>
        </p14:section>
        <p14:section name="04 · What It Reveals" id="{3813d59b-42a8-f424-297a-071312b58398}">
          <p14:sldIdLst>
            <p14:sldId id="268"/>
            <p14:sldId id="269"/>
            <p14:sldId id="270"/>
          </p14:sldIdLst>
        </p14:section>
        <p14:section name="05 · Telling Finance" id="{4a427fc8-18f8-9195-1447-6de892226688}">
          <p14:sldIdLst>
            <p14:sldId id="271"/>
            <p14:sldId id="272"/>
            <p14:sldId id="273"/>
          </p14:sldIdLst>
        </p14:section>
        <p14:section name="06 · Build It" id="{359d4261-8f72-c498-87fc-881bed2ba0fe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Wrap-up" id="{14d4ae1a-c613-e852-8d3d-1a54ab877d55}">
          <p14:sldIdLst>
            <p14:sldId id="281"/>
            <p14:sldId id="282"/>
            <p14:sldId id="283"/>
          </p14:sldIdLst>
        </p14:section>
        <p14:section name="Appendix" id="{a3effaef-bcbe-a0e7-61e6-bea143b80602}">
          <p14:sldIdLst>
            <p14:sldId id="284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8ZIiXg4XOY0" TargetMode="External"/><Relationship Id="rId2" Type="http://schemas.openxmlformats.org/officeDocument/2006/relationships/hyperlink" Target="https://youtu.be/3e2-GRBibWc" TargetMode="External"/><Relationship Id="rId3" Type="http://schemas.openxmlformats.org/officeDocument/2006/relationships/hyperlink" Target="https://python.org/downloads" TargetMode="External"/><Relationship Id="rId4" Type="http://schemas.openxmlformats.org/officeDocument/2006/relationships/hyperlink" Target="https://prometheus.io/docs/prometheus/latest/querying/basics" TargetMode="External"/><Relationship Id="rId5" Type="http://schemas.openxmlformats.org/officeDocument/2006/relationships/hyperlink" Target="https://prometheus.io/docs/prometheus/latest/configuration/recording_rules" TargetMode="External"/><Relationship Id="rId6" Type="http://schemas.openxmlformats.org/officeDocument/2006/relationships/hyperlink" Target="https://prometheus.io/docs/prometheus/latest/configuration/alerting_rules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COST PROBLEM  ·  MODULE 5 OF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Per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 Task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cost number worth reporting,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one almost nobody calculates.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Naweji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 · 6 sections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3931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REPO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github.com/Here2ServeU/agent-cost-control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MODULE GIVES YOU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failures go on the top,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bottom.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97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779776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definition of success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down, so the number means the same thing every time you report it.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2697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277977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7472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label, set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we left as unknown in module 2 is finally filled in properly.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63640" y="2697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77977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finance can use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in their unit, next to something they can compare it against.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AT A GLANCE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sections; one number worth reporting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6642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16642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Success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16642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min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32186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721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Reveals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46120" y="2971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747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32186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721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Finance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32186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3721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what you need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once, and every command in this module will run. Pick your side.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 ·  TERMINAL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1945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Homebrew first: brew.sh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python 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--cask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visual-studio-code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python3 --version &amp;&amp; git --version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 ·  POWERSHELL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20574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21945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winget ships with Windows 11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Python.Python.3.12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Git.Git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Microsoft.VisualStudioCode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 --version; git --version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MODULE 5 ADDS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called SUCCESS.md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407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definition, written down first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411480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running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4407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module 2, for the PromQL query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411480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407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on Mac and Windows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these before you install anything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videos take you from a blank machine to Git, Python and VS Code installed. Pick the one for your computer.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373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737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21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Git, Python and VS Code on a Mac</a:t>
            </a:r>
            <a:endParaRPr lang="en-US" sz="1400" dirty="0"/>
          </a:p>
        </p:txBody>
      </p:sp>
      <p:sp>
        <p:nvSpPr>
          <p:cNvPr id="11" name="Text 9">
            <a:hlinkClick r:id="rId1" tooltip=""/>
          </p:cNvPr>
          <p:cNvSpPr txBox="1"/>
          <p:nvPr/>
        </p:nvSpPr>
        <p:spPr>
          <a:xfrm>
            <a:off x="68580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https://youtu.be/8ZIiXg4XOY0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7373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737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21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Git, Python and VS Code on Windows</a:t>
            </a:r>
            <a:endParaRPr lang="en-US" sz="1400" dirty="0"/>
          </a:p>
        </p:txBody>
      </p:sp>
      <p:sp>
        <p:nvSpPr>
          <p:cNvPr id="16" name="Text 14">
            <a:hlinkClick r:id="rId2" tooltip=""/>
          </p:cNvPr>
          <p:cNvSpPr txBox="1"/>
          <p:nvPr/>
        </p:nvSpPr>
        <p:spPr>
          <a:xfrm>
            <a:off x="489204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https://youtu.be/3e2-GRBibWc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PAGES, IF YOU PREFER TO READ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3483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721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downloads, Mac and Windows</a:t>
            </a:r>
            <a:endParaRPr lang="en-US" sz="900" dirty="0"/>
          </a:p>
        </p:txBody>
      </p:sp>
      <p:sp>
        <p:nvSpPr>
          <p:cNvPr id="21" name="Text 19">
            <a:hlinkClick r:id="rId3" tooltip=""/>
          </p:cNvPr>
          <p:cNvSpPr txBox="1"/>
          <p:nvPr/>
        </p:nvSpPr>
        <p:spPr>
          <a:xfrm>
            <a:off x="2697480" y="34290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python.org/downloads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663440" y="34290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64608" y="3483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 basics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3721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query language docs</a:t>
            </a:r>
            <a:endParaRPr lang="en-US" sz="900" dirty="0"/>
          </a:p>
        </p:txBody>
      </p:sp>
      <p:sp>
        <p:nvSpPr>
          <p:cNvPr id="25" name="Text 23">
            <a:hlinkClick r:id="rId4" tooltip=""/>
          </p:cNvPr>
          <p:cNvSpPr txBox="1"/>
          <p:nvPr/>
        </p:nvSpPr>
        <p:spPr>
          <a:xfrm>
            <a:off x="6903720" y="34290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prometheus.io/docs/prometheus/latest/querying/basics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" y="40873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41422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rules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4379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guide to pre-computed queries</a:t>
            </a:r>
            <a:endParaRPr lang="en-US" sz="900" dirty="0"/>
          </a:p>
        </p:txBody>
      </p:sp>
      <p:sp>
        <p:nvSpPr>
          <p:cNvPr id="29" name="Text 27">
            <a:hlinkClick r:id="rId5" tooltip=""/>
          </p:cNvPr>
          <p:cNvSpPr txBox="1"/>
          <p:nvPr/>
        </p:nvSpPr>
        <p:spPr>
          <a:xfrm>
            <a:off x="2697480" y="40873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prometheus.io/docs/prometheus/latest/configuration/recording_rules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663440" y="40873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64608" y="41422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rules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864608" y="4379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guide to alerts</a:t>
            </a:r>
            <a:endParaRPr lang="en-US" sz="900" dirty="0"/>
          </a:p>
        </p:txBody>
      </p:sp>
      <p:sp>
        <p:nvSpPr>
          <p:cNvPr id="33" name="Text 31">
            <a:hlinkClick r:id="rId6" tooltip=""/>
          </p:cNvPr>
          <p:cNvSpPr txBox="1"/>
          <p:nvPr/>
        </p:nvSpPr>
        <p:spPr>
          <a:xfrm>
            <a:off x="6903720" y="40873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prometheus.io/docs/prometheus/latest/configuration/alerting_rules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You Pay a Taxi by the Mile It Drove?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TAXI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distance. Same fare. Same cost?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64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drove four miles, straight to your door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057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$12.00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arrived.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664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drove four miles, in circles, gave up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05740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2057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$12.00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still here.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337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request is paying by the mile: how much the machine did, and nothing about whether you got anywhere.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task is paying for arrival.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B counts in the top, not the bottom.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Counts as Success?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min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WHAT IS SUCCESS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answers, four different numbers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00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didn't crash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finished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514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004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too generous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0" y="12344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1600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produced something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came out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251460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43200" y="2514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91%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32004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Better, still generous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12344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1600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passed a check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looked right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251460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2514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74%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2004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the right choice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66560" y="12344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0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1600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accepted it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used it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49440" y="251460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49440" y="2514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62%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32004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number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describe the same hundred runs. Nothing about the agent changed; only the question changed.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WHAT IS SUCCESS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number without its definition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not a measurement.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 rumour.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718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cost per successful task could be twenty cents or thirty-two cents depending entirely on a definition you chose. Both are arithmetically correct. So choose one, write it down, and put the definition next to the number every single time you report it.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later tighten your check, the metric moves even though nothing about the agent changed. Say so loudly, or it looks like the system got worse overnight.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Arithmetic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min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ARITHMETIC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spent, over the runs that succeeded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spent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(including the failures)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2057400"/>
            <a:ext cx="283464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runs that succeeded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those)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188720"/>
            <a:ext cx="429768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AFTERNOON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runs started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succeeded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1892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denominator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185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failed, after spending money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185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still count on top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478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 spent in total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478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numerator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REQUEST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520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$19 ÷ 100 = $0.19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023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fine. Nobody would question it.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063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31750">
            <a:solidFill>
              <a:srgbClr val="04785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9204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TASK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3520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$19 ÷ 62 = $0.31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4023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percent higher, and it is the true number.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Number Reveals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WHAT IT REVEALS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changes; watch spend and value part company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CHANGED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143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74920" y="1143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143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143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527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 cheaper model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8196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capable, so more failures and retries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14173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 → $14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14173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→ 41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4173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$0.31 → $0.34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14173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4414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checkpoints (module 4)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27340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paying twice; answers identical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2331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 → $13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2331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→ 62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331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$0.31 → $0.21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2331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355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step limit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6484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real tasks get to finish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840480" y="32461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 → $24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32461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→ 84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32461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$0.31 → $0.29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54380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one: you spent less and it got worse. Row three: you spent more and it got better.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WHAT IT REVEALS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number here that can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the difference between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spending less and being worth more.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some point someone will ask you to cut agent spending by a fixed percentage. This metric is how you find out whether that request makes the business better or worse; and occasionally how you make the case that the right move is to spend a bit more.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Saying It in Their Words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TELLING FINANCE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number, in the unit they already count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MEASURED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successful task</a:t>
            </a:r>
            <a:endParaRPr lang="en-US" sz="1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965960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80560" y="123444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ALREADY COUNT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16916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31¢ per resolved support ticket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31¢ per invoice processed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31¢ per document summarised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108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THEY CAN COMPARE IT TO SOMETHING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342900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29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doing the same ticket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3429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$4.20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3858768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858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5394960" y="38587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31¢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4288536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42885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rules-based system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394960" y="42885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2¢, but only 40% of tickets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TELLING FINANCE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all three, every time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number, its definition, and the comparison.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3716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137160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$0.31 per resolved ticket, over the last seven days.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377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37744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means it passed our check: required fields present, value in range.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3832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3832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costs $4.20. The old system costs 2¢ but handles 40%.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on its own invites people to invent their own context, and it is rarely the one you wanted.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It: Set the Result Label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stages; run after every one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99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definition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9751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SUCCESS.md, before you touch any code.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399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check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19751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returning true or false; set the result label from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399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19751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that sums spend, counts successes, divides.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108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thing in PromQL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43814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can live on a dashboard in module 6.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74320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47288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447288" y="3108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the ratio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3447288" y="343814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spend. This catches quality problems.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74320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27432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still lives in the envelope from module two.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STAGE 1 OF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down your definition first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any code, open a file called SUCCESS.md and write a paragraph saying what counts as success for your agent, and why. This sounds like a formality. It is the most important stage, and it is the one people skip.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05740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SUCCESS.md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546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back and ask one question: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colleague apply your definition to ten runs and get the same answers you would? If not, it is not specific enough yet.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STAGE 2 OF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check, and set the label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that paragraph into a function that takes a run's output and returns true or false. Keep it simple: does the output have the right shape, are the required fields present, is the number in a plausible range. Then set the result label from it, replacing the unknown we have carried since module two.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05740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4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044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run_agent.py --input samples/normal.json &amp;&amp; curl -s localhost:8000/metrics | grep result=</a:t>
            </a:r>
            <a:endParaRPr lang="en-US" sz="1044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42900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label should now say success or failure, not unknown.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few tasks, including the malformed one, and confirm both values appear.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STAGE 3 OF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metric; this is the moment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script that reads your recorded runs over a window, sums all spend, counts successful runs, and divides. Print all three numbers: spend, successes, and the result. Not just the answer.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96596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cost_per_success.py --since 7d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with that number, and compare it against your cost per request. 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most agents at this stage the gap is between fifty and a hundred percent, and it is the first time most people see what their work actually costs.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STAGE 4 OF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calculation, in PromQL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divided by the count of runs where the result label is success, over the same window. Add it as a recording rule so the dashboard does not recompute it constantly.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737360"/>
            <a:ext cx="8092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'localhost:9090/api/v1/query?query=sum(increase(agent_cost_usd_total[7d]))/sum(increase(agent_runs_total{result="success"}[7d]))'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5468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should roughly match what your script printed.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 not, the usual cause is the two calculations covering different time windows; check both before assuming something is broken.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STAGE 5 OF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on the ratio, not on spend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alert for when cost per successful task rises above a threshold you choose from your own data. This is the alert that catches quality problems disguised as cost problems.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92024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cost_per_success.py --since 7d --compare-previous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1752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against the previous window is what makes it actionable.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in isolation tells you little; a number that moved fifteen percent since last week tells you to go and look.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course is now functionally complete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5448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26" y="1645006"/>
            <a:ext cx="230429" cy="23042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527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what you spend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874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four labels attached, from module 2.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32588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2040" y="155448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566" y="1645006"/>
            <a:ext cx="230429" cy="23042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0" y="1527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stop a runaway by itself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0" y="1874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switch anyone can flip, from module 3.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7889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301752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26" y="3108046"/>
            <a:ext cx="230429" cy="23042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80160" y="29900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stop paying twice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280160" y="3337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limits, loop detection and save points, from module 4.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663440" y="27889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92040" y="301752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566" y="3108046"/>
            <a:ext cx="230429" cy="23042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86400" y="29900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what it is worth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0" y="3337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task, with the result label finally set.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calculation that depends on success is now real rather than an estimate.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 THING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definition of success is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almost certainly imperfect.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231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you wrote will pass some outputs a human would reject, and probably fail a few that are fine. That is normal, and it does not make the number useless; it makes it a good approximation that you can improve.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520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make it useless is not writing the definition down at all, so that nobody knows what the number means.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MODULE 6 OF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run without you.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dashboard, burn-rate alerts, model routing for the cheap steps, and the weekly review that makes this somebody's job rather than a project you did once.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 ·  The label  ·  The number  ·  The comparison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Naweji  ·  github.com/Here2ServeU/agent-cost-control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Exercises: do these before Module 6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801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SUCCESS.md first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48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code. Could a colleague apply it to ten runs and agree with you?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42032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06624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706624" y="1801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same runs four ways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706624" y="2148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Fifty real runs, four definitions. Write down all four numbers and look at the spread.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91456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791456" y="1801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check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91456" y="2148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returning true or false. Confirm the metrics no longer say unknown.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11696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76288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801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it by hand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2148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week: total spend ÷ successful runs. In a spreadsheet, before you automate it.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090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447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" y="379476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cost_per_success.py. Print spend, successes and the result; never just the answer.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42032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06624" y="3090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2706624" y="3447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 PromQL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706624" y="379476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query matches your script. If it differs, check the time windows first.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26864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91456" y="3090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4791456" y="3447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three scenarios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791456" y="379476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model, checkpoints, higher step limit. Estimates are fine; watch them part company.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11696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76288" y="3090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6876288" y="3447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it, and compare it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876288" y="379476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unit: per ticket, per invoice. Include one comparison that does not flatter the agent.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EVERY WORD WE USED, IN PLAIN ENGLISH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Glossary: the number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09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task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488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divided by the runs that succeeded. Failures count on the top, not the bottom.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709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Numerator and denominator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488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and bottom of a fraction: everything you spent on top, successful runs underneath.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709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taxi test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488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taxis drive four miles for the same fare; one arrives. Cost per request cannot tell them apart.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55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definitions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7947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crash (~98%), produced something (~91%), passed a check (~74%), a human accepted it (~62%).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3355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beats precision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7947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number can be $0.20 or $0.32 purely by definition. Publish the definition with the number.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355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7947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rule catching obvious rubbish: right shape, required fields, plausible range. Usually the right choice.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EVERY WORD WE USED, IN PLAIN ENGLISH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Glossary: reporting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09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label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488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label from module 2, unknown until now. Everything that depends on success needs it set.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709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less vs worth more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488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cheaper model can lower spend and raise this metric. Only this number tells them apart.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709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rule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488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pre-calculated query stored by Prometheus, so a dashboard does not recompute an expensive sum.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55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on the ratio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7947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when cost per successful task rises, not when spend rises. Catches quality problems in disguise.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3355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7947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Restating the number in the unit the business counts: per ticket, per invoice, per document.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355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Number, definition, comparison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7947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all three, every time. A number alone invites context you did not choose.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C: THE COMMANDS, IN PLAIN ENGLISH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the label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SUCCESS.md   /   Get-Content SUCCESS.md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325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your definition back. The first on Mac and Linux, the second in PowerShell.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947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run_agent.py … &amp;&amp; curl -s localhost:8000/metrics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19476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task, then read the metrics your program is serving.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6946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5694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grep result=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5694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lines mentioning the result label, so you can see success or failure.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9125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1912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cost_per_success.py --since 7d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1912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script: spend, successes and the division, over the last seven days.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1304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8130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--compare-previous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38130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on your script: show the same figure for the window before, so you can see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C: THE COMMANDS, IN PLAIN ENGLISH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it back from Prometheus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localhost:9090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325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Prometheus answers queries; 8000 is your own program's metrics page.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947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/api/v1/query?query=…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19476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Prometheus a question over HTTP and get the answer as JSON.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6946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5694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sum(increase(agent_cost_usd_total[7d]))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5694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that counter grew over seven days, added up across all labels.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9125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1912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agent_runs_total{result="success"}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1912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runs whose result label says success; this is the denominator.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1304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8130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Recording rule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38130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command: a query Prometheus computes on a schedule, so dashboards load quickly.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Cost Per Successful Task</dc:title>
  <dc:subject>PptxGenJS Presentation</dc:subject>
  <dc:creator>Emmanuel Naweji</dc:creator>
  <cp:lastModifiedBy>Emmanuel Naweji</cp:lastModifiedBy>
  <cp:revision>1</cp:revision>
  <dcterms:created xsi:type="dcterms:W3CDTF">2026-09-23T19:11:09Z</dcterms:created>
  <dcterms:modified xsi:type="dcterms:W3CDTF">2026-09-23T19:11:09Z</dcterms:modified>
</cp:coreProperties>
</file>